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323" r:id="rId4"/>
    <p:sldId id="328" r:id="rId5"/>
    <p:sldId id="333" r:id="rId6"/>
    <p:sldId id="33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1D983A38-4E72-424A-9741-8D6F99140998}" type="datetimeFigureOut">
              <a:rPr lang="en-IN" smtClean="0"/>
              <a:t>08-01-2023</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1399078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983A38-4E72-424A-9741-8D6F99140998}" type="datetimeFigureOut">
              <a:rPr lang="en-IN" smtClean="0"/>
              <a:t>08-01-2023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1775559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983A38-4E72-424A-9741-8D6F99140998}" type="datetimeFigureOut">
              <a:rPr lang="en-IN" smtClean="0"/>
              <a:t>08-01-2023</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1409044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983A38-4E72-424A-9741-8D6F99140998}" type="datetimeFigureOut">
              <a:rPr lang="en-IN" smtClean="0"/>
              <a:t>08-01-2023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1355670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983A38-4E72-424A-9741-8D6F99140998}" type="datetimeFigureOut">
              <a:rPr lang="en-IN" smtClean="0"/>
              <a:t>08-01-2023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98738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983A38-4E72-424A-9741-8D6F99140998}" type="datetimeFigureOut">
              <a:rPr lang="en-IN" smtClean="0"/>
              <a:t>08-01-2023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2880983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983A38-4E72-424A-9741-8D6F99140998}" type="datetimeFigureOut">
              <a:rPr lang="en-IN" smtClean="0"/>
              <a:t>08-01-2023</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2878782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983A38-4E72-424A-9741-8D6F99140998}" type="datetimeFigureOut">
              <a:rPr lang="en-IN" smtClean="0"/>
              <a:t>08-01-2023</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2104274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983A38-4E72-424A-9741-8D6F99140998}" type="datetimeFigureOut">
              <a:rPr lang="en-IN" smtClean="0"/>
              <a:t>08-01-2023</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3963133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983A38-4E72-424A-9741-8D6F99140998}" type="datetimeFigureOut">
              <a:rPr lang="en-IN" smtClean="0"/>
              <a:t>08-01-2023</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400119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D983A38-4E72-424A-9741-8D6F99140998}" type="datetimeFigureOut">
              <a:rPr lang="en-IN" smtClean="0"/>
              <a:t>08-01-2023</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2658903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D983A38-4E72-424A-9741-8D6F99140998}" type="datetimeFigureOut">
              <a:rPr lang="en-IN" smtClean="0"/>
              <a:t>08-01-2023</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4219426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983A38-4E72-424A-9741-8D6F99140998}" type="datetimeFigureOut">
              <a:rPr lang="en-IN" smtClean="0"/>
              <a:t>08-01-2023</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14005074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D983A38-4E72-424A-9741-8D6F99140998}" type="datetimeFigureOut">
              <a:rPr lang="en-IN" smtClean="0"/>
              <a:t>08-01-2023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38626088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D983A38-4E72-424A-9741-8D6F99140998}" type="datetimeFigureOut">
              <a:rPr lang="en-IN" smtClean="0"/>
              <a:t>08-01-2023</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37587745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1D983A38-4E72-424A-9741-8D6F99140998}" type="datetimeFigureOut">
              <a:rPr lang="en-IN" smtClean="0"/>
              <a:t>08-01-2023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7901845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1D983A38-4E72-424A-9741-8D6F99140998}" type="datetimeFigureOut">
              <a:rPr lang="en-IN" smtClean="0"/>
              <a:t>08-01-2023</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3741656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1D983A38-4E72-424A-9741-8D6F99140998}" type="datetimeFigureOut">
              <a:rPr lang="en-IN" smtClean="0"/>
              <a:t>08-01-2023</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A6A64CB0-81BC-42C9-881B-41781EA96ABA}" type="slidenum">
              <a:rPr lang="en-IN" smtClean="0"/>
              <a:t>‹#›</a:t>
            </a:fld>
            <a:endParaRPr lang="en-IN"/>
          </a:p>
        </p:txBody>
      </p:sp>
    </p:spTree>
    <p:extLst>
      <p:ext uri="{BB962C8B-B14F-4D97-AF65-F5344CB8AC3E}">
        <p14:creationId xmlns:p14="http://schemas.microsoft.com/office/powerpoint/2010/main" val="33410167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02794" y="1707615"/>
            <a:ext cx="7186411" cy="2129440"/>
          </a:xfrm>
        </p:spPr>
        <p:txBody>
          <a:bodyPr>
            <a:normAutofit/>
          </a:bodyPr>
          <a:lstStyle/>
          <a:p>
            <a:pPr algn="ctr" defTabSz="914400" eaLnBrk="0" fontAlgn="base" hangingPunct="0">
              <a:spcAft>
                <a:spcPct val="0"/>
              </a:spcAft>
            </a:pPr>
            <a:r>
              <a:rPr lang="en-IN" sz="3600" b="1" cap="none" spc="0" dirty="0">
                <a:ln w="22225">
                  <a:solidFill>
                    <a:schemeClr val="accent2"/>
                  </a:solidFill>
                  <a:prstDash val="solid"/>
                </a:ln>
                <a:solidFill>
                  <a:schemeClr val="accent2">
                    <a:lumMod val="40000"/>
                    <a:lumOff val="60000"/>
                  </a:schemeClr>
                </a:solidFill>
                <a:effectLst/>
                <a:latin typeface="Arial" panose="020B0604020202020204" pitchFamily="34" charset="0"/>
                <a:ea typeface="Calibri" panose="020F0502020204030204" pitchFamily="34" charset="0"/>
                <a:cs typeface="Arial" panose="020B0604020202020204" pitchFamily="34" charset="0"/>
              </a:rPr>
              <a:t>Fake News Project</a:t>
            </a:r>
            <a:endParaRPr kumimoji="0" lang="en-US" altLang="en-US" sz="3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7591313" y="5165224"/>
            <a:ext cx="4004061" cy="1372935"/>
          </a:xfrm>
        </p:spPr>
        <p:txBody>
          <a:bodyPr vert="horz" lIns="91440" tIns="45720" rIns="91440" bIns="45720" rtlCol="0" anchor="t">
            <a:noAutofit/>
          </a:bodyPr>
          <a:lstStyle/>
          <a:p>
            <a:r>
              <a:rPr lang="en-US" sz="2800" b="1" dirty="0">
                <a:solidFill>
                  <a:srgbClr val="00B050"/>
                </a:solidFill>
                <a:cs typeface="Arial" panose="020B0604020202020204" pitchFamily="34" charset="0"/>
              </a:rPr>
              <a:t>By- Raj Sharma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2458694" y="611668"/>
            <a:ext cx="6666807"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ctr"/>
            <a:r>
              <a:rPr lang="en-IN" sz="4400" b="1" i="1" dirty="0">
                <a:latin typeface="+mj-lt"/>
                <a:cs typeface="Arial" panose="020B0604020202020204" pitchFamily="34" charset="0"/>
              </a:rPr>
              <a:t>INTRODUCTION</a:t>
            </a:r>
            <a:r>
              <a:rPr lang="en-US" sz="4400" b="1" i="1" dirty="0">
                <a:latin typeface="Arial" panose="020B0604020202020204" pitchFamily="34" charset="0"/>
                <a:cs typeface="Arial" panose="020B0604020202020204" pitchFamily="34" charset="0"/>
              </a:rPr>
              <a:t> </a:t>
            </a:r>
          </a:p>
        </p:txBody>
      </p:sp>
      <p:sp>
        <p:nvSpPr>
          <p:cNvPr id="4" name="TextBox 3"/>
          <p:cNvSpPr txBox="1"/>
          <p:nvPr/>
        </p:nvSpPr>
        <p:spPr>
          <a:xfrm>
            <a:off x="915464" y="1613394"/>
            <a:ext cx="10557488" cy="445352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nSpc>
                <a:spcPts val="2400"/>
              </a:lnSpc>
            </a:pPr>
            <a:r>
              <a:rPr lang="en-IN" sz="1800" u="sng" spc="-5" dirty="0">
                <a:solidFill>
                  <a:srgbClr val="292929"/>
                </a:solidFill>
                <a:effectLst/>
                <a:latin typeface="Calibri" panose="020F0502020204030204" pitchFamily="34" charset="0"/>
                <a:ea typeface="Times New Roman" panose="02020603050405020304" pitchFamily="18" charset="0"/>
              </a:rPr>
              <a:t>Context</a:t>
            </a:r>
            <a:endParaRPr lang="en-IN" sz="1800" dirty="0">
              <a:effectLst/>
              <a:latin typeface="Times New Roman" panose="02020603050405020304" pitchFamily="18" charset="0"/>
              <a:ea typeface="Times New Roman" panose="02020603050405020304" pitchFamily="18" charset="0"/>
            </a:endParaRPr>
          </a:p>
          <a:p>
            <a:pPr>
              <a:lnSpc>
                <a:spcPct val="107000"/>
              </a:lnSpc>
              <a:spcAft>
                <a:spcPts val="800"/>
              </a:spcAft>
            </a:pPr>
            <a:r>
              <a:rPr lang="en-IN"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Fake news has become one of the biggest problems of our age. It has serious impact on our online as well as offline discourse. One can even go as far as saying that, to date, fake news poses a clear and present danger to western democracy and stability of the society.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pPr>
            <a:endParaRPr lang="en-IN" spc="-5" dirty="0">
              <a:solidFill>
                <a:srgbClr val="292929"/>
              </a:solidFill>
              <a:latin typeface="Calibri" panose="020F0502020204030204" pitchFamily="34" charset="0"/>
              <a:ea typeface="Times New Roman" panose="02020603050405020304" pitchFamily="18" charset="0"/>
            </a:endParaRPr>
          </a:p>
          <a:p>
            <a:pPr>
              <a:lnSpc>
                <a:spcPts val="2400"/>
              </a:lnSpc>
            </a:pPr>
            <a:r>
              <a:rPr lang="en-IN" sz="1800" u="sng" spc="-5" dirty="0">
                <a:solidFill>
                  <a:srgbClr val="292929"/>
                </a:solidFill>
                <a:effectLst/>
                <a:latin typeface="Calibri" panose="020F0502020204030204" pitchFamily="34" charset="0"/>
                <a:ea typeface="Times New Roman" panose="02020603050405020304" pitchFamily="18" charset="0"/>
              </a:rPr>
              <a:t>What is a Fake News</a:t>
            </a:r>
            <a:r>
              <a:rPr lang="en-IN" sz="1800" spc="-5" dirty="0">
                <a:solidFill>
                  <a:srgbClr val="292929"/>
                </a:solidFill>
                <a:effectLst/>
                <a:latin typeface="Calibri" panose="020F0502020204030204" pitchFamily="34"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pPr>
              <a:lnSpc>
                <a:spcPts val="2400"/>
              </a:lnSpc>
              <a:spcBef>
                <a:spcPts val="2400"/>
              </a:spcBef>
            </a:pPr>
            <a:r>
              <a:rPr lang="en-IN" sz="1800" spc="-5" dirty="0">
                <a:solidFill>
                  <a:srgbClr val="292929"/>
                </a:solidFill>
                <a:effectLst/>
                <a:latin typeface="Georgia" panose="02040502050405020303" pitchFamily="18" charset="0"/>
                <a:ea typeface="Times New Roman" panose="02020603050405020304" pitchFamily="18" charset="0"/>
              </a:rPr>
              <a:t>Fake news's simple meaning is to incorporate information that leads people to the wrong path. Nowadays fake news spreading like water and people share this information without verifying it. This is often done to further or impose certain ideas and is often achieved with political agendas.</a:t>
            </a:r>
            <a:endParaRPr lang="en-IN" sz="1800" dirty="0">
              <a:effectLst/>
              <a:latin typeface="Times New Roman" panose="02020603050405020304" pitchFamily="18" charset="0"/>
              <a:ea typeface="Times New Roman" panose="02020603050405020304" pitchFamily="18" charset="0"/>
            </a:endParaRPr>
          </a:p>
          <a:p>
            <a:pPr>
              <a:lnSpc>
                <a:spcPts val="2400"/>
              </a:lnSpc>
              <a:spcBef>
                <a:spcPts val="2400"/>
              </a:spcBef>
            </a:pPr>
            <a:r>
              <a:rPr lang="en-IN" sz="1800" spc="-5" dirty="0">
                <a:solidFill>
                  <a:srgbClr val="292929"/>
                </a:solidFill>
                <a:effectLst/>
                <a:latin typeface="Georgia" panose="02040502050405020303" pitchFamily="18" charset="0"/>
                <a:ea typeface="Times New Roman" panose="02020603050405020304" pitchFamily="18" charset="0"/>
              </a:rPr>
              <a:t>For media outlets, the ability to attract viewers to their websites is necessary to generate online advertising revenue. So it is necessary to detect fake news.</a:t>
            </a:r>
            <a:endParaRPr lang="en-IN" sz="1800" dirty="0">
              <a:effectLst/>
              <a:latin typeface="Times New Roman" panose="02020603050405020304" pitchFamily="18" charset="0"/>
              <a:ea typeface="Times New Roman" panose="02020603050405020304" pitchFamily="18" charset="0"/>
            </a:endParaRPr>
          </a:p>
          <a:p>
            <a:pPr>
              <a:lnSpc>
                <a:spcPts val="2400"/>
              </a:lnSpc>
            </a:pPr>
            <a:endParaRPr lang="en-IN" sz="1800" spc="-5" dirty="0">
              <a:solidFill>
                <a:srgbClr val="292929"/>
              </a:solidFill>
              <a:effectLst/>
              <a:latin typeface="Calibri" panose="020F0502020204030204" pitchFamily="34" charset="0"/>
              <a:ea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A4D90C-0487-4C15-B862-01F64C8367CA}"/>
              </a:ext>
            </a:extLst>
          </p:cNvPr>
          <p:cNvSpPr txBox="1"/>
          <p:nvPr/>
        </p:nvSpPr>
        <p:spPr>
          <a:xfrm>
            <a:off x="2906617" y="716861"/>
            <a:ext cx="775671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IN" sz="3200" b="1" dirty="0">
                <a:latin typeface="+mj-lt"/>
                <a:cs typeface="Arial" panose="020B0604020202020204" pitchFamily="34" charset="0"/>
              </a:rPr>
              <a:t>PROBLEM STATEMENT </a:t>
            </a:r>
            <a:endParaRPr lang="en-US" b="1" dirty="0">
              <a:latin typeface="+mj-lt"/>
              <a:cs typeface="Arial" panose="020B0604020202020204" pitchFamily="34" charset="0"/>
            </a:endParaRPr>
          </a:p>
        </p:txBody>
      </p:sp>
      <p:sp>
        <p:nvSpPr>
          <p:cNvPr id="3" name="TextBox 2">
            <a:extLst>
              <a:ext uri="{FF2B5EF4-FFF2-40B4-BE49-F238E27FC236}">
                <a16:creationId xmlns:a16="http://schemas.microsoft.com/office/drawing/2014/main" id="{53B5B3F9-8B0F-46EA-923F-C71B32BE5243}"/>
              </a:ext>
            </a:extLst>
          </p:cNvPr>
          <p:cNvSpPr txBox="1"/>
          <p:nvPr/>
        </p:nvSpPr>
        <p:spPr>
          <a:xfrm>
            <a:off x="843014" y="1620544"/>
            <a:ext cx="10505971" cy="99783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nSpc>
                <a:spcPts val="2400"/>
              </a:lnSpc>
            </a:pPr>
            <a:r>
              <a:rPr lang="en-IN"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Fake news has become one of the biggest problems of our age. It has serious impact on our online as well as offline discourse. One can even go as far as saying that, to date, fake news poses a clear and present danger to western democracy and stability of the society.</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8390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1A82483-21C2-4528-B90B-B0177A53DB52}"/>
              </a:ext>
            </a:extLst>
          </p:cNvPr>
          <p:cNvSpPr txBox="1"/>
          <p:nvPr/>
        </p:nvSpPr>
        <p:spPr>
          <a:xfrm>
            <a:off x="1076379" y="2484750"/>
            <a:ext cx="2781837" cy="646331"/>
          </a:xfrm>
          <a:prstGeom prst="rect">
            <a:avLst/>
          </a:prstGeom>
          <a:noFill/>
        </p:spPr>
        <p:txBody>
          <a:bodyPr wrap="square" rtlCol="0">
            <a:spAutoFit/>
          </a:bodyPr>
          <a:lstStyle/>
          <a:p>
            <a:r>
              <a:rPr lang="en-US" dirty="0"/>
              <a:t>Machine Learning model building Library used</a:t>
            </a:r>
            <a:endParaRPr lang="en-IN" dirty="0"/>
          </a:p>
        </p:txBody>
      </p:sp>
      <p:pic>
        <p:nvPicPr>
          <p:cNvPr id="3" name="Picture 2">
            <a:extLst>
              <a:ext uri="{FF2B5EF4-FFF2-40B4-BE49-F238E27FC236}">
                <a16:creationId xmlns:a16="http://schemas.microsoft.com/office/drawing/2014/main" id="{E0F4619D-336D-22B5-52C4-B72F497A7F7E}"/>
              </a:ext>
            </a:extLst>
          </p:cNvPr>
          <p:cNvPicPr>
            <a:picLocks noChangeAspect="1"/>
          </p:cNvPicPr>
          <p:nvPr/>
        </p:nvPicPr>
        <p:blipFill>
          <a:blip r:embed="rId2"/>
          <a:stretch>
            <a:fillRect/>
          </a:stretch>
        </p:blipFill>
        <p:spPr>
          <a:xfrm>
            <a:off x="963494" y="455619"/>
            <a:ext cx="7361558" cy="1120237"/>
          </a:xfrm>
          <a:prstGeom prst="rect">
            <a:avLst/>
          </a:prstGeom>
        </p:spPr>
      </p:pic>
      <p:pic>
        <p:nvPicPr>
          <p:cNvPr id="5" name="Picture 4">
            <a:extLst>
              <a:ext uri="{FF2B5EF4-FFF2-40B4-BE49-F238E27FC236}">
                <a16:creationId xmlns:a16="http://schemas.microsoft.com/office/drawing/2014/main" id="{931B0AAF-D8C4-5220-9BA2-6DA2D21F1F55}"/>
              </a:ext>
            </a:extLst>
          </p:cNvPr>
          <p:cNvPicPr>
            <a:picLocks noChangeAspect="1"/>
          </p:cNvPicPr>
          <p:nvPr/>
        </p:nvPicPr>
        <p:blipFill>
          <a:blip r:embed="rId3"/>
          <a:stretch>
            <a:fillRect/>
          </a:stretch>
        </p:blipFill>
        <p:spPr>
          <a:xfrm>
            <a:off x="4644273" y="2186832"/>
            <a:ext cx="6751905" cy="1242168"/>
          </a:xfrm>
          <a:prstGeom prst="rect">
            <a:avLst/>
          </a:prstGeom>
        </p:spPr>
      </p:pic>
    </p:spTree>
    <p:extLst>
      <p:ext uri="{BB962C8B-B14F-4D97-AF65-F5344CB8AC3E}">
        <p14:creationId xmlns:p14="http://schemas.microsoft.com/office/powerpoint/2010/main" val="2071786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E2243-A2A9-4D9B-B8AD-D4642BE804CE}"/>
              </a:ext>
            </a:extLst>
          </p:cNvPr>
          <p:cNvSpPr>
            <a:spLocks noGrp="1"/>
          </p:cNvSpPr>
          <p:nvPr>
            <p:ph type="title"/>
          </p:nvPr>
        </p:nvSpPr>
        <p:spPr/>
        <p:txBody>
          <a:bodyPr/>
          <a:lstStyle/>
          <a:p>
            <a:r>
              <a:rPr lang="en-US" dirty="0"/>
              <a:t>Model Accuracy</a:t>
            </a:r>
            <a:endParaRPr lang="en-IN" dirty="0"/>
          </a:p>
        </p:txBody>
      </p:sp>
      <p:pic>
        <p:nvPicPr>
          <p:cNvPr id="7" name="Picture 6">
            <a:extLst>
              <a:ext uri="{FF2B5EF4-FFF2-40B4-BE49-F238E27FC236}">
                <a16:creationId xmlns:a16="http://schemas.microsoft.com/office/drawing/2014/main" id="{4D99EC51-B1DD-57D4-2F8F-F25802F0AD8A}"/>
              </a:ext>
            </a:extLst>
          </p:cNvPr>
          <p:cNvPicPr>
            <a:picLocks noChangeAspect="1"/>
          </p:cNvPicPr>
          <p:nvPr/>
        </p:nvPicPr>
        <p:blipFill>
          <a:blip r:embed="rId2"/>
          <a:stretch>
            <a:fillRect/>
          </a:stretch>
        </p:blipFill>
        <p:spPr>
          <a:xfrm>
            <a:off x="1973768" y="3191223"/>
            <a:ext cx="7414903" cy="1493649"/>
          </a:xfrm>
          <a:prstGeom prst="rect">
            <a:avLst/>
          </a:prstGeom>
        </p:spPr>
      </p:pic>
    </p:spTree>
    <p:extLst>
      <p:ext uri="{BB962C8B-B14F-4D97-AF65-F5344CB8AC3E}">
        <p14:creationId xmlns:p14="http://schemas.microsoft.com/office/powerpoint/2010/main" val="2854874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E2243-A2A9-4D9B-B8AD-D4642BE804CE}"/>
              </a:ext>
            </a:extLst>
          </p:cNvPr>
          <p:cNvSpPr>
            <a:spLocks noGrp="1"/>
          </p:cNvSpPr>
          <p:nvPr>
            <p:ph type="title"/>
          </p:nvPr>
        </p:nvSpPr>
        <p:spPr/>
        <p:txBody>
          <a:bodyPr/>
          <a:lstStyle/>
          <a:p>
            <a:r>
              <a:rPr lang="en-US" dirty="0"/>
              <a:t>Confusion matrix</a:t>
            </a:r>
            <a:endParaRPr lang="en-IN" dirty="0"/>
          </a:p>
        </p:txBody>
      </p:sp>
      <p:sp>
        <p:nvSpPr>
          <p:cNvPr id="3" name="Content Placeholder 2">
            <a:extLst>
              <a:ext uri="{FF2B5EF4-FFF2-40B4-BE49-F238E27FC236}">
                <a16:creationId xmlns:a16="http://schemas.microsoft.com/office/drawing/2014/main" id="{8B842D3E-89F4-CA41-88CB-B495557B0785}"/>
              </a:ext>
            </a:extLst>
          </p:cNvPr>
          <p:cNvSpPr>
            <a:spLocks noGrp="1"/>
          </p:cNvSpPr>
          <p:nvPr>
            <p:ph idx="1"/>
          </p:nvPr>
        </p:nvSpPr>
        <p:spPr>
          <a:xfrm>
            <a:off x="9445658" y="2603500"/>
            <a:ext cx="534955" cy="45719"/>
          </a:xfrm>
        </p:spPr>
        <p:txBody>
          <a:bodyPr>
            <a:normAutofit fontScale="25000" lnSpcReduction="20000"/>
          </a:bodyPr>
          <a:lstStyle/>
          <a:p>
            <a:endParaRPr lang="en-IN" dirty="0"/>
          </a:p>
        </p:txBody>
      </p:sp>
      <p:pic>
        <p:nvPicPr>
          <p:cNvPr id="5" name="Picture 4">
            <a:extLst>
              <a:ext uri="{FF2B5EF4-FFF2-40B4-BE49-F238E27FC236}">
                <a16:creationId xmlns:a16="http://schemas.microsoft.com/office/drawing/2014/main" id="{DE64CDDB-7B6E-A71F-BD62-8B5070E7E35E}"/>
              </a:ext>
            </a:extLst>
          </p:cNvPr>
          <p:cNvPicPr>
            <a:picLocks noChangeAspect="1"/>
          </p:cNvPicPr>
          <p:nvPr/>
        </p:nvPicPr>
        <p:blipFill>
          <a:blip r:embed="rId2"/>
          <a:stretch>
            <a:fillRect/>
          </a:stretch>
        </p:blipFill>
        <p:spPr>
          <a:xfrm>
            <a:off x="1154954" y="2814466"/>
            <a:ext cx="9734628" cy="2788632"/>
          </a:xfrm>
          <a:prstGeom prst="rect">
            <a:avLst/>
          </a:prstGeom>
        </p:spPr>
      </p:pic>
    </p:spTree>
    <p:extLst>
      <p:ext uri="{BB962C8B-B14F-4D97-AF65-F5344CB8AC3E}">
        <p14:creationId xmlns:p14="http://schemas.microsoft.com/office/powerpoint/2010/main" val="31909037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Override1.xml><?xml version="1.0" encoding="utf-8"?>
<a:themeOverride xmlns:a="http://schemas.openxmlformats.org/drawingml/2006/main">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themeOverride>
</file>

<file path=docProps/app.xml><?xml version="1.0" encoding="utf-8"?>
<Properties xmlns="http://schemas.openxmlformats.org/officeDocument/2006/extended-properties" xmlns:vt="http://schemas.openxmlformats.org/officeDocument/2006/docPropsVTypes">
  <Template/>
  <TotalTime>64</TotalTime>
  <Words>216</Words>
  <Application>Microsoft Office PowerPoint</Application>
  <PresentationFormat>Widescreen</PresentationFormat>
  <Paragraphs>14</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Calibri</vt:lpstr>
      <vt:lpstr>Century Gothic</vt:lpstr>
      <vt:lpstr>Georgia</vt:lpstr>
      <vt:lpstr>Times New Roman</vt:lpstr>
      <vt:lpstr>Wingdings 3</vt:lpstr>
      <vt:lpstr>Ion Boardroom</vt:lpstr>
      <vt:lpstr>Fake News Project</vt:lpstr>
      <vt:lpstr>PowerPoint Presentation</vt:lpstr>
      <vt:lpstr>PowerPoint Presentation</vt:lpstr>
      <vt:lpstr>PowerPoint Presentation</vt:lpstr>
      <vt:lpstr>Model Accuracy</vt:lpstr>
      <vt:lpstr>Confusion matrix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dc:creator>
  <cp:lastModifiedBy>Raj</cp:lastModifiedBy>
  <cp:revision>4</cp:revision>
  <dcterms:created xsi:type="dcterms:W3CDTF">2022-12-06T17:51:49Z</dcterms:created>
  <dcterms:modified xsi:type="dcterms:W3CDTF">2023-01-08T16:12:47Z</dcterms:modified>
</cp:coreProperties>
</file>